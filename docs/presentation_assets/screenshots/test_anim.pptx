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0611-9471-23E6-5991-746646760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ECE0F-3750-2025-DBE1-CDBE49956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41EF1-6640-33B4-FF59-599C5F58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7BBCF-605A-D700-47F2-7497F422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9776B-6055-EFCD-D5B8-3F73A0C4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8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AA22-459B-E946-BB0E-DFC0E3F8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906C7-0EC0-61F5-5568-58A9C810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B39E-BABC-7032-DFC1-CFBB877F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6CA78-8215-8EB1-5A1D-62BC1A69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39ADB-F4AC-AF97-B610-8027A5C2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49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510-2870-35D9-3869-C8940AD9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09585-73AF-188E-E291-26A6D90DA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D229-3018-3883-77A8-AAB4653E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AE6AC-267C-7C7D-C8CF-D8F5B5E7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2803-E920-A288-F559-EC0D38D9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91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B002-7827-4DC2-809B-581225EA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4C84-3AB6-1631-BC52-C11C517D1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47C92-5550-21A9-A8BB-25F27F43C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1FD5D-37DA-BC04-CFC2-D8D51D6F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8491-0760-122B-18C8-F5ABF431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17A8A-ACDF-6446-3551-FE98FDF4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11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6655-B67C-C8F7-9CF9-EB361129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EEF07-3B93-0287-36E1-5A6345106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7D7ED-ECA8-A31D-45A6-B46E8259F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F3617-DD29-DEA3-4A21-28ACC364C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344BA-B27A-98FE-E25E-2569C2B6C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CC789-B6A7-34CD-08F4-6B9FD4B5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90920-A15D-E74B-DC47-6900E63AF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A4B49-0BF3-B394-2998-9994198E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3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34F7-EA51-9157-00AD-09AA6D66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E0DB7-7FEA-90D5-B9F9-8273EA43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FA3E5-9544-FF0F-4A00-2CDB8D0F4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D8BFF-B9B6-2BA6-94C5-DE2392B1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67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25D60-0F51-8594-DB74-A18AC9E5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7F1D9-801B-CC2F-7F5C-B3E45668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A5454-8F72-E025-58FC-747BE26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00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2FCE-1DBF-25D9-7DB9-A15E15A6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54DB0-7F7D-59A4-1897-B359B3E96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FF66D-81C9-382D-B543-41C4F1EFA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A057E-E336-7EC9-452B-27B08E6A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EB7EC-4241-8AF1-305D-BCA7554D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06EE2-F1BC-46B9-AD33-A0343377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41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8E1C5-CA2F-2DD1-CEC4-EC42324B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BE353-E655-3161-AA45-29F6B3F978C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64D65-2450-893C-E0FD-CFC83AB4B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0EC32-43BD-CE91-3C42-932E2888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EF9C4-35D1-5166-895A-7442AC14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8EB0E-95B7-27A6-B3C7-C6AAB48A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09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56F7-0288-7282-DC53-3DDF39D9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27B31-0D4C-5C60-3A4A-F1697EA73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B898B-0C96-49AB-1CE7-FCE71AC4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90B44-88D1-78C0-9EE8-4F794CB7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60405-6F0B-EE94-C8BD-3481D069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B473C-B423-2B44-451B-AEFCF2E92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34690-E9E8-467C-3DA7-D4068F732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2F0A3-1FD5-4D5F-9E27-EAFF0BDB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A9DE-DA6A-2808-D1D7-4B427FA1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0AE70-EE42-91A8-3BC6-9817D491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69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0FCA5-161B-2802-A26E-6345167C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3EE90-85C3-3396-6588-7B0A8C8B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7DA9-4DC7-DAE6-3F95-4E027B190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19D38-6FB0-4A78-AEAA-CE54C527B245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6C8E-2F63-CE48-2EBD-68EC76744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7B667-75E7-240C-63E7-A64D38750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8F0C7-81CC-48EC-8151-55F4B22E3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1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55167B-C6D3-4C25-FD51-E9B249EB98BE}"/>
              </a:ext>
            </a:extLst>
          </p:cNvPr>
          <p:cNvSpPr/>
          <p:nvPr/>
        </p:nvSpPr>
        <p:spPr>
          <a:xfrm>
            <a:off x="1270000" y="1270000"/>
            <a:ext cx="3810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HarvestMitra Animation Test</a:t>
            </a:r>
          </a:p>
        </p:txBody>
      </p:sp>
    </p:spTree>
    <p:extLst>
      <p:ext uri="{BB962C8B-B14F-4D97-AF65-F5344CB8AC3E}">
        <p14:creationId xmlns:p14="http://schemas.microsoft.com/office/powerpoint/2010/main" val="5149295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jadav</dc:creator>
  <cp:lastModifiedBy>mihir jadav</cp:lastModifiedBy>
  <cp:revision>1</cp:revision>
  <dcterms:created xsi:type="dcterms:W3CDTF">2026-10-26T08:23:52Z</dcterms:created>
  <dcterms:modified xsi:type="dcterms:W3CDTF">2026-10-26T08:23:52Z</dcterms:modified>
</cp:coreProperties>
</file>